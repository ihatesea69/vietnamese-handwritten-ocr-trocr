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275" r:id="rId2"/>
    <p:sldId id="276" r:id="rId3"/>
    <p:sldId id="277" r:id="rId4"/>
    <p:sldId id="278" r:id="rId5"/>
    <p:sldId id="279" r:id="rId6"/>
    <p:sldId id="280" r:id="rId7"/>
    <p:sldId id="287" r:id="rId8"/>
    <p:sldId id="281" r:id="rId9"/>
    <p:sldId id="282" r:id="rId10"/>
    <p:sldId id="283" r:id="rId11"/>
    <p:sldId id="291" r:id="rId12"/>
    <p:sldId id="292" r:id="rId13"/>
    <p:sldId id="290" r:id="rId14"/>
    <p:sldId id="284" r:id="rId15"/>
    <p:sldId id="285" r:id="rId16"/>
    <p:sldId id="286" r:id="rId17"/>
  </p:sldIdLst>
  <p:sldSz cx="9144000" cy="5143500" type="screen16x9"/>
  <p:notesSz cx="6858000" cy="9144000"/>
  <p:embeddedFontLst>
    <p:embeddedFont>
      <p:font typeface="Alata" panose="020B0604020202020204" charset="0"/>
      <p:regular r:id="rId19"/>
    </p:embeddedFont>
    <p:embeddedFont>
      <p:font typeface="Anton" pitchFamily="2" charset="0"/>
      <p:regular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ô Quốc Thái" initials="TT" lastIdx="1" clrIdx="0">
    <p:extLst>
      <p:ext uri="{19B8F6BF-5375-455C-9EA6-DF929625EA0E}">
        <p15:presenceInfo xmlns:p15="http://schemas.microsoft.com/office/powerpoint/2012/main" userId="S::23DH113269@st.huflit.edu.vn::5aa0b583-72c5-4339-ad24-4cb7ef6f3f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6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ô Quốc Thái" userId="5aa0b583-72c5-4339-ad24-4cb7ef6f3f49" providerId="ADAL" clId="{1DCFA291-2A0F-4AFD-BD71-0ECAEEFF1533}"/>
    <pc:docChg chg="undo custSel addSld delSld modSld">
      <pc:chgData name="Tô Quốc Thái" userId="5aa0b583-72c5-4339-ad24-4cb7ef6f3f49" providerId="ADAL" clId="{1DCFA291-2A0F-4AFD-BD71-0ECAEEFF1533}" dt="2026-03-28T04:28:51.543" v="469" actId="14100"/>
      <pc:docMkLst>
        <pc:docMk/>
      </pc:docMkLst>
      <pc:sldChg chg="del modTransition">
        <pc:chgData name="Tô Quốc Thái" userId="5aa0b583-72c5-4339-ad24-4cb7ef6f3f49" providerId="ADAL" clId="{1DCFA291-2A0F-4AFD-BD71-0ECAEEFF1533}" dt="2026-03-21T05:41:57.194" v="20" actId="47"/>
        <pc:sldMkLst>
          <pc:docMk/>
          <pc:sldMk cId="0" sldId="256"/>
        </pc:sldMkLst>
      </pc:sldChg>
      <pc:sldChg chg="del">
        <pc:chgData name="Tô Quốc Thái" userId="5aa0b583-72c5-4339-ad24-4cb7ef6f3f49" providerId="ADAL" clId="{1DCFA291-2A0F-4AFD-BD71-0ECAEEFF1533}" dt="2026-03-21T05:55:25.956" v="107" actId="47"/>
        <pc:sldMkLst>
          <pc:docMk/>
          <pc:sldMk cId="0" sldId="257"/>
        </pc:sldMkLst>
      </pc:sldChg>
      <pc:sldChg chg="del">
        <pc:chgData name="Tô Quốc Thái" userId="5aa0b583-72c5-4339-ad24-4cb7ef6f3f49" providerId="ADAL" clId="{1DCFA291-2A0F-4AFD-BD71-0ECAEEFF1533}" dt="2026-03-21T05:55:22.006" v="105" actId="47"/>
        <pc:sldMkLst>
          <pc:docMk/>
          <pc:sldMk cId="0" sldId="258"/>
        </pc:sldMkLst>
      </pc:sldChg>
      <pc:sldChg chg="del">
        <pc:chgData name="Tô Quốc Thái" userId="5aa0b583-72c5-4339-ad24-4cb7ef6f3f49" providerId="ADAL" clId="{1DCFA291-2A0F-4AFD-BD71-0ECAEEFF1533}" dt="2026-03-21T05:55:17.254" v="103" actId="47"/>
        <pc:sldMkLst>
          <pc:docMk/>
          <pc:sldMk cId="0" sldId="259"/>
        </pc:sldMkLst>
      </pc:sldChg>
      <pc:sldChg chg="del">
        <pc:chgData name="Tô Quốc Thái" userId="5aa0b583-72c5-4339-ad24-4cb7ef6f3f49" providerId="ADAL" clId="{1DCFA291-2A0F-4AFD-BD71-0ECAEEFF1533}" dt="2026-03-21T05:55:16.107" v="102" actId="47"/>
        <pc:sldMkLst>
          <pc:docMk/>
          <pc:sldMk cId="0" sldId="260"/>
        </pc:sldMkLst>
      </pc:sldChg>
      <pc:sldChg chg="del">
        <pc:chgData name="Tô Quốc Thái" userId="5aa0b583-72c5-4339-ad24-4cb7ef6f3f49" providerId="ADAL" clId="{1DCFA291-2A0F-4AFD-BD71-0ECAEEFF1533}" dt="2026-03-21T05:55:15.270" v="101" actId="47"/>
        <pc:sldMkLst>
          <pc:docMk/>
          <pc:sldMk cId="0" sldId="261"/>
        </pc:sldMkLst>
      </pc:sldChg>
      <pc:sldChg chg="del">
        <pc:chgData name="Tô Quốc Thái" userId="5aa0b583-72c5-4339-ad24-4cb7ef6f3f49" providerId="ADAL" clId="{1DCFA291-2A0F-4AFD-BD71-0ECAEEFF1533}" dt="2026-03-21T05:55:14.658" v="100" actId="47"/>
        <pc:sldMkLst>
          <pc:docMk/>
          <pc:sldMk cId="0" sldId="262"/>
        </pc:sldMkLst>
      </pc:sldChg>
      <pc:sldChg chg="del">
        <pc:chgData name="Tô Quốc Thái" userId="5aa0b583-72c5-4339-ad24-4cb7ef6f3f49" providerId="ADAL" clId="{1DCFA291-2A0F-4AFD-BD71-0ECAEEFF1533}" dt="2026-03-21T05:55:13.990" v="99" actId="47"/>
        <pc:sldMkLst>
          <pc:docMk/>
          <pc:sldMk cId="0" sldId="263"/>
        </pc:sldMkLst>
      </pc:sldChg>
      <pc:sldChg chg="del">
        <pc:chgData name="Tô Quốc Thái" userId="5aa0b583-72c5-4339-ad24-4cb7ef6f3f49" providerId="ADAL" clId="{1DCFA291-2A0F-4AFD-BD71-0ECAEEFF1533}" dt="2026-03-21T05:55:12.871" v="98" actId="47"/>
        <pc:sldMkLst>
          <pc:docMk/>
          <pc:sldMk cId="0" sldId="264"/>
        </pc:sldMkLst>
      </pc:sldChg>
      <pc:sldChg chg="del">
        <pc:chgData name="Tô Quốc Thái" userId="5aa0b583-72c5-4339-ad24-4cb7ef6f3f49" providerId="ADAL" clId="{1DCFA291-2A0F-4AFD-BD71-0ECAEEFF1533}" dt="2026-03-21T05:55:12.150" v="97" actId="47"/>
        <pc:sldMkLst>
          <pc:docMk/>
          <pc:sldMk cId="0" sldId="265"/>
        </pc:sldMkLst>
      </pc:sldChg>
      <pc:sldChg chg="del">
        <pc:chgData name="Tô Quốc Thái" userId="5aa0b583-72c5-4339-ad24-4cb7ef6f3f49" providerId="ADAL" clId="{1DCFA291-2A0F-4AFD-BD71-0ECAEEFF1533}" dt="2026-03-21T05:55:11.231" v="96" actId="47"/>
        <pc:sldMkLst>
          <pc:docMk/>
          <pc:sldMk cId="0" sldId="266"/>
        </pc:sldMkLst>
      </pc:sldChg>
      <pc:sldChg chg="del">
        <pc:chgData name="Tô Quốc Thái" userId="5aa0b583-72c5-4339-ad24-4cb7ef6f3f49" providerId="ADAL" clId="{1DCFA291-2A0F-4AFD-BD71-0ECAEEFF1533}" dt="2026-03-21T05:55:10.075" v="95" actId="47"/>
        <pc:sldMkLst>
          <pc:docMk/>
          <pc:sldMk cId="0" sldId="267"/>
        </pc:sldMkLst>
      </pc:sldChg>
      <pc:sldChg chg="del">
        <pc:chgData name="Tô Quốc Thái" userId="5aa0b583-72c5-4339-ad24-4cb7ef6f3f49" providerId="ADAL" clId="{1DCFA291-2A0F-4AFD-BD71-0ECAEEFF1533}" dt="2026-03-21T05:55:09.420" v="94" actId="47"/>
        <pc:sldMkLst>
          <pc:docMk/>
          <pc:sldMk cId="0" sldId="268"/>
        </pc:sldMkLst>
      </pc:sldChg>
      <pc:sldChg chg="del">
        <pc:chgData name="Tô Quốc Thái" userId="5aa0b583-72c5-4339-ad24-4cb7ef6f3f49" providerId="ADAL" clId="{1DCFA291-2A0F-4AFD-BD71-0ECAEEFF1533}" dt="2026-03-21T05:55:08.869" v="93" actId="47"/>
        <pc:sldMkLst>
          <pc:docMk/>
          <pc:sldMk cId="0" sldId="269"/>
        </pc:sldMkLst>
      </pc:sldChg>
      <pc:sldChg chg="del">
        <pc:chgData name="Tô Quốc Thái" userId="5aa0b583-72c5-4339-ad24-4cb7ef6f3f49" providerId="ADAL" clId="{1DCFA291-2A0F-4AFD-BD71-0ECAEEFF1533}" dt="2026-03-21T05:55:08.333" v="92" actId="47"/>
        <pc:sldMkLst>
          <pc:docMk/>
          <pc:sldMk cId="0" sldId="270"/>
        </pc:sldMkLst>
      </pc:sldChg>
      <pc:sldChg chg="del">
        <pc:chgData name="Tô Quốc Thái" userId="5aa0b583-72c5-4339-ad24-4cb7ef6f3f49" providerId="ADAL" clId="{1DCFA291-2A0F-4AFD-BD71-0ECAEEFF1533}" dt="2026-03-21T05:55:07.706" v="91" actId="47"/>
        <pc:sldMkLst>
          <pc:docMk/>
          <pc:sldMk cId="0" sldId="271"/>
        </pc:sldMkLst>
      </pc:sldChg>
      <pc:sldChg chg="del">
        <pc:chgData name="Tô Quốc Thái" userId="5aa0b583-72c5-4339-ad24-4cb7ef6f3f49" providerId="ADAL" clId="{1DCFA291-2A0F-4AFD-BD71-0ECAEEFF1533}" dt="2026-03-21T05:55:07.049" v="90" actId="47"/>
        <pc:sldMkLst>
          <pc:docMk/>
          <pc:sldMk cId="0" sldId="272"/>
        </pc:sldMkLst>
      </pc:sldChg>
      <pc:sldChg chg="add del setBg modNotes">
        <pc:chgData name="Tô Quốc Thái" userId="5aa0b583-72c5-4339-ad24-4cb7ef6f3f49" providerId="ADAL" clId="{1DCFA291-2A0F-4AFD-BD71-0ECAEEFF1533}" dt="2026-03-21T05:55:24.071" v="106" actId="47"/>
        <pc:sldMkLst>
          <pc:docMk/>
          <pc:sldMk cId="0" sldId="273"/>
        </pc:sldMkLst>
      </pc:sldChg>
      <pc:sldChg chg="add del setBg modNotes">
        <pc:chgData name="Tô Quốc Thái" userId="5aa0b583-72c5-4339-ad24-4cb7ef6f3f49" providerId="ADAL" clId="{1DCFA291-2A0F-4AFD-BD71-0ECAEEFF1533}" dt="2026-03-21T05:55:19.568" v="104" actId="47"/>
        <pc:sldMkLst>
          <pc:docMk/>
          <pc:sldMk cId="0" sldId="274"/>
        </pc:sldMkLst>
      </pc:sldChg>
      <pc:sldChg chg="delSp modSp add mod setBg modNotes">
        <pc:chgData name="Tô Quốc Thái" userId="5aa0b583-72c5-4339-ad24-4cb7ef6f3f49" providerId="ADAL" clId="{1DCFA291-2A0F-4AFD-BD71-0ECAEEFF1533}" dt="2026-03-21T05:41:37.147" v="18" actId="478"/>
        <pc:sldMkLst>
          <pc:docMk/>
          <pc:sldMk cId="0" sldId="275"/>
        </pc:sldMkLst>
        <pc:spChg chg="mod">
          <ac:chgData name="Tô Quốc Thái" userId="5aa0b583-72c5-4339-ad24-4cb7ef6f3f49" providerId="ADAL" clId="{1DCFA291-2A0F-4AFD-BD71-0ECAEEFF1533}" dt="2026-03-21T05:40:57.793" v="14" actId="20577"/>
          <ac:spMkLst>
            <pc:docMk/>
            <pc:sldMk cId="0" sldId="275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1T05:41:34.856" v="17" actId="122"/>
          <ac:spMkLst>
            <pc:docMk/>
            <pc:sldMk cId="0" sldId="275"/>
            <ac:spMk id="7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8T04:27:41.314" v="467" actId="20577"/>
        <pc:sldMkLst>
          <pc:docMk/>
          <pc:sldMk cId="0" sldId="276"/>
        </pc:sldMkLst>
        <pc:spChg chg="mod">
          <ac:chgData name="Tô Quốc Thái" userId="5aa0b583-72c5-4339-ad24-4cb7ef6f3f49" providerId="ADAL" clId="{1DCFA291-2A0F-4AFD-BD71-0ECAEEFF1533}" dt="2026-03-28T04:27:41.314" v="467" actId="20577"/>
          <ac:spMkLst>
            <pc:docMk/>
            <pc:sldMk cId="0" sldId="276"/>
            <ac:spMk id="6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8T03:47:40.988" v="203" actId="208"/>
        <pc:sldMkLst>
          <pc:docMk/>
          <pc:sldMk cId="0" sldId="277"/>
        </pc:sldMkLst>
        <pc:spChg chg="mod">
          <ac:chgData name="Tô Quốc Thái" userId="5aa0b583-72c5-4339-ad24-4cb7ef6f3f49" providerId="ADAL" clId="{1DCFA291-2A0F-4AFD-BD71-0ECAEEFF1533}" dt="2026-03-28T03:36:01.665" v="154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3:47:40.988" v="203" actId="208"/>
          <ac:spMkLst>
            <pc:docMk/>
            <pc:sldMk cId="0" sldId="277"/>
            <ac:spMk id="6" creationId="{00000000-0000-0000-0000-000000000000}"/>
          </ac:spMkLst>
        </pc:spChg>
        <pc:picChg chg="mod">
          <ac:chgData name="Tô Quốc Thái" userId="5aa0b583-72c5-4339-ad24-4cb7ef6f3f49" providerId="ADAL" clId="{1DCFA291-2A0F-4AFD-BD71-0ECAEEFF1533}" dt="2026-03-28T03:35:21.305" v="148" actId="14100"/>
          <ac:picMkLst>
            <pc:docMk/>
            <pc:sldMk cId="0" sldId="277"/>
            <ac:picMk id="10" creationId="{F85ED2B6-FF95-A989-0998-7F8840653049}"/>
          </ac:picMkLst>
        </pc:picChg>
      </pc:sldChg>
      <pc:sldChg chg="modSp add mod setBg modNotes">
        <pc:chgData name="Tô Quốc Thái" userId="5aa0b583-72c5-4339-ad24-4cb7ef6f3f49" providerId="ADAL" clId="{1DCFA291-2A0F-4AFD-BD71-0ECAEEFF1533}" dt="2026-03-28T03:36:06.613" v="156" actId="20577"/>
        <pc:sldMkLst>
          <pc:docMk/>
          <pc:sldMk cId="0" sldId="278"/>
        </pc:sldMkLst>
        <pc:spChg chg="mod">
          <ac:chgData name="Tô Quốc Thái" userId="5aa0b583-72c5-4339-ad24-4cb7ef6f3f49" providerId="ADAL" clId="{1DCFA291-2A0F-4AFD-BD71-0ECAEEFF1533}" dt="2026-03-28T03:36:06.613" v="156" actId="20577"/>
          <ac:spMkLst>
            <pc:docMk/>
            <pc:sldMk cId="0" sldId="278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3:35:54.763" v="151" actId="20577"/>
          <ac:spMkLst>
            <pc:docMk/>
            <pc:sldMk cId="0" sldId="278"/>
            <ac:spMk id="5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2T13:00:47.504" v="143" actId="207"/>
          <ac:spMkLst>
            <pc:docMk/>
            <pc:sldMk cId="0" sldId="278"/>
            <ac:spMk id="6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8T04:28:51.543" v="469" actId="14100"/>
        <pc:sldMkLst>
          <pc:docMk/>
          <pc:sldMk cId="0" sldId="279"/>
        </pc:sldMkLst>
        <pc:spChg chg="mod">
          <ac:chgData name="Tô Quốc Thái" userId="5aa0b583-72c5-4339-ad24-4cb7ef6f3f49" providerId="ADAL" clId="{1DCFA291-2A0F-4AFD-BD71-0ECAEEFF1533}" dt="2026-03-21T05:44:01.189" v="26" actId="207"/>
          <ac:spMkLst>
            <pc:docMk/>
            <pc:sldMk cId="0" sldId="279"/>
            <ac:spMk id="5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28:51.543" v="469" actId="14100"/>
          <ac:spMkLst>
            <pc:docMk/>
            <pc:sldMk cId="0" sldId="279"/>
            <ac:spMk id="8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28:44.267" v="468" actId="14100"/>
          <ac:spMkLst>
            <pc:docMk/>
            <pc:sldMk cId="0" sldId="279"/>
            <ac:spMk id="12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3:36:10.203" v="158" actId="20577"/>
          <ac:spMkLst>
            <pc:docMk/>
            <pc:sldMk cId="0" sldId="279"/>
            <ac:spMk id="16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8T03:36:16.739" v="160" actId="20577"/>
        <pc:sldMkLst>
          <pc:docMk/>
          <pc:sldMk cId="0" sldId="280"/>
        </pc:sldMkLst>
        <pc:spChg chg="mod">
          <ac:chgData name="Tô Quốc Thái" userId="5aa0b583-72c5-4339-ad24-4cb7ef6f3f49" providerId="ADAL" clId="{1DCFA291-2A0F-4AFD-BD71-0ECAEEFF1533}" dt="2026-03-28T03:36:16.739" v="160" actId="20577"/>
          <ac:spMkLst>
            <pc:docMk/>
            <pc:sldMk cId="0" sldId="280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1T05:46:05.250" v="34" actId="207"/>
          <ac:spMkLst>
            <pc:docMk/>
            <pc:sldMk cId="0" sldId="280"/>
            <ac:spMk id="7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2T13:00:45.649" v="142" actId="207"/>
          <ac:spMkLst>
            <pc:docMk/>
            <pc:sldMk cId="0" sldId="280"/>
            <ac:spMk id="13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8T03:36:32.307" v="162" actId="20577"/>
        <pc:sldMkLst>
          <pc:docMk/>
          <pc:sldMk cId="0" sldId="281"/>
        </pc:sldMkLst>
        <pc:spChg chg="mod">
          <ac:chgData name="Tô Quốc Thái" userId="5aa0b583-72c5-4339-ad24-4cb7ef6f3f49" providerId="ADAL" clId="{1DCFA291-2A0F-4AFD-BD71-0ECAEEFF1533}" dt="2026-03-28T03:36:32.307" v="162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1T05:44:52.008" v="30" actId="207"/>
          <ac:spMkLst>
            <pc:docMk/>
            <pc:sldMk cId="0" sldId="281"/>
            <ac:spMk id="19" creationId="{7BB3B5B5-354C-287D-8504-509AC60C8B11}"/>
          </ac:spMkLst>
        </pc:spChg>
        <pc:spChg chg="mod">
          <ac:chgData name="Tô Quốc Thái" userId="5aa0b583-72c5-4339-ad24-4cb7ef6f3f49" providerId="ADAL" clId="{1DCFA291-2A0F-4AFD-BD71-0ECAEEFF1533}" dt="2026-03-21T05:45:09.581" v="31" actId="207"/>
          <ac:spMkLst>
            <pc:docMk/>
            <pc:sldMk cId="0" sldId="281"/>
            <ac:spMk id="21" creationId="{58B0DC3B-DFB9-5973-0EDA-20B412EF5AAB}"/>
          </ac:spMkLst>
        </pc:spChg>
      </pc:sldChg>
      <pc:sldChg chg="add setBg modNotes">
        <pc:chgData name="Tô Quốc Thái" userId="5aa0b583-72c5-4339-ad24-4cb7ef6f3f49" providerId="ADAL" clId="{1DCFA291-2A0F-4AFD-BD71-0ECAEEFF1533}" dt="2026-03-21T05:40:25.336" v="9"/>
        <pc:sldMkLst>
          <pc:docMk/>
          <pc:sldMk cId="0" sldId="282"/>
        </pc:sldMkLst>
      </pc:sldChg>
      <pc:sldChg chg="addSp modSp add mod setBg modNotes">
        <pc:chgData name="Tô Quốc Thái" userId="5aa0b583-72c5-4339-ad24-4cb7ef6f3f49" providerId="ADAL" clId="{1DCFA291-2A0F-4AFD-BD71-0ECAEEFF1533}" dt="2026-03-28T04:19:04.960" v="424" actId="1076"/>
        <pc:sldMkLst>
          <pc:docMk/>
          <pc:sldMk cId="0" sldId="283"/>
        </pc:sldMkLst>
        <pc:spChg chg="add mod">
          <ac:chgData name="Tô Quốc Thái" userId="5aa0b583-72c5-4339-ad24-4cb7ef6f3f49" providerId="ADAL" clId="{1DCFA291-2A0F-4AFD-BD71-0ECAEEFF1533}" dt="2026-03-28T04:19:04.960" v="424" actId="1076"/>
          <ac:spMkLst>
            <pc:docMk/>
            <pc:sldMk cId="0" sldId="283"/>
            <ac:spMk id="4" creationId="{962BA86A-1FD1-DFB5-5F06-0EC65FA11152}"/>
          </ac:spMkLst>
        </pc:spChg>
        <pc:spChg chg="mod">
          <ac:chgData name="Tô Quốc Thái" userId="5aa0b583-72c5-4339-ad24-4cb7ef6f3f49" providerId="ADAL" clId="{1DCFA291-2A0F-4AFD-BD71-0ECAEEFF1533}" dt="2026-03-28T04:18:48.972" v="422" actId="14100"/>
          <ac:spMkLst>
            <pc:docMk/>
            <pc:sldMk cId="0" sldId="283"/>
            <ac:spMk id="8" creationId="{E498148F-3B5C-D2CC-F455-243EA7AD7F22}"/>
          </ac:spMkLst>
        </pc:spChg>
        <pc:spChg chg="mod">
          <ac:chgData name="Tô Quốc Thái" userId="5aa0b583-72c5-4339-ad24-4cb7ef6f3f49" providerId="ADAL" clId="{1DCFA291-2A0F-4AFD-BD71-0ECAEEFF1533}" dt="2026-03-28T04:18:39.315" v="421" actId="14100"/>
          <ac:spMkLst>
            <pc:docMk/>
            <pc:sldMk cId="0" sldId="283"/>
            <ac:spMk id="9" creationId="{5096FD15-B5C7-0BC9-C5F3-08979204CF7E}"/>
          </ac:spMkLst>
        </pc:spChg>
        <pc:picChg chg="mod">
          <ac:chgData name="Tô Quốc Thái" userId="5aa0b583-72c5-4339-ad24-4cb7ef6f3f49" providerId="ADAL" clId="{1DCFA291-2A0F-4AFD-BD71-0ECAEEFF1533}" dt="2026-03-28T04:19:00.223" v="423" actId="14100"/>
          <ac:picMkLst>
            <pc:docMk/>
            <pc:sldMk cId="0" sldId="283"/>
            <ac:picMk id="10" creationId="{F0AE5E4F-C602-FED7-BF96-DDD002EE0CC1}"/>
          </ac:picMkLst>
        </pc:picChg>
      </pc:sldChg>
      <pc:sldChg chg="addSp delSp modSp add mod modTransition setBg modNotes">
        <pc:chgData name="Tô Quốc Thái" userId="5aa0b583-72c5-4339-ad24-4cb7ef6f3f49" providerId="ADAL" clId="{1DCFA291-2A0F-4AFD-BD71-0ECAEEFF1533}" dt="2026-03-28T04:09:42.908" v="344" actId="20577"/>
        <pc:sldMkLst>
          <pc:docMk/>
          <pc:sldMk cId="0" sldId="284"/>
        </pc:sldMkLst>
        <pc:spChg chg="mod">
          <ac:chgData name="Tô Quốc Thái" userId="5aa0b583-72c5-4339-ad24-4cb7ef6f3f49" providerId="ADAL" clId="{1DCFA291-2A0F-4AFD-BD71-0ECAEEFF1533}" dt="2026-03-28T04:04:00.358" v="29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04:14.229" v="296" actId="20577"/>
          <ac:spMkLst>
            <pc:docMk/>
            <pc:sldMk cId="0" sldId="284"/>
            <ac:spMk id="9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04:19.038" v="297" actId="1076"/>
          <ac:spMkLst>
            <pc:docMk/>
            <pc:sldMk cId="0" sldId="284"/>
            <ac:spMk id="11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03:52.734" v="292" actId="20577"/>
          <ac:spMkLst>
            <pc:docMk/>
            <pc:sldMk cId="0" sldId="284"/>
            <ac:spMk id="12" creationId="{00000000-0000-0000-0000-000000000000}"/>
          </ac:spMkLst>
        </pc:spChg>
        <pc:spChg chg="add mod">
          <ac:chgData name="Tô Quốc Thái" userId="5aa0b583-72c5-4339-ad24-4cb7ef6f3f49" providerId="ADAL" clId="{1DCFA291-2A0F-4AFD-BD71-0ECAEEFF1533}" dt="2026-03-21T05:52:42.830" v="85" actId="207"/>
          <ac:spMkLst>
            <pc:docMk/>
            <pc:sldMk cId="0" sldId="284"/>
            <ac:spMk id="14" creationId="{09032670-F912-4353-7A0E-4A4CCBA03E4F}"/>
          </ac:spMkLst>
        </pc:spChg>
        <pc:spChg chg="add mod">
          <ac:chgData name="Tô Quốc Thái" userId="5aa0b583-72c5-4339-ad24-4cb7ef6f3f49" providerId="ADAL" clId="{1DCFA291-2A0F-4AFD-BD71-0ECAEEFF1533}" dt="2026-03-28T04:06:12.626" v="321" actId="14100"/>
          <ac:spMkLst>
            <pc:docMk/>
            <pc:sldMk cId="0" sldId="284"/>
            <ac:spMk id="15" creationId="{3E1E2D43-C926-D05E-9C8D-C86A8C707A97}"/>
          </ac:spMkLst>
        </pc:spChg>
        <pc:spChg chg="add mod">
          <ac:chgData name="Tô Quốc Thái" userId="5aa0b583-72c5-4339-ad24-4cb7ef6f3f49" providerId="ADAL" clId="{1DCFA291-2A0F-4AFD-BD71-0ECAEEFF1533}" dt="2026-03-28T04:07:35.098" v="337" actId="14100"/>
          <ac:spMkLst>
            <pc:docMk/>
            <pc:sldMk cId="0" sldId="284"/>
            <ac:spMk id="16" creationId="{D7981945-2FE6-A1E5-B227-C3D292F438CC}"/>
          </ac:spMkLst>
        </pc:spChg>
        <pc:spChg chg="mod">
          <ac:chgData name="Tô Quốc Thái" userId="5aa0b583-72c5-4339-ad24-4cb7ef6f3f49" providerId="ADAL" clId="{1DCFA291-2A0F-4AFD-BD71-0ECAEEFF1533}" dt="2026-03-28T04:09:42.908" v="344" actId="20577"/>
          <ac:spMkLst>
            <pc:docMk/>
            <pc:sldMk cId="0" sldId="284"/>
            <ac:spMk id="24" creationId="{72015B6A-523C-E9AE-F20A-0B2EE719B387}"/>
          </ac:spMkLst>
        </pc:spChg>
        <pc:graphicFrameChg chg="add mod modGraphic">
          <ac:chgData name="Tô Quốc Thái" userId="5aa0b583-72c5-4339-ad24-4cb7ef6f3f49" providerId="ADAL" clId="{1DCFA291-2A0F-4AFD-BD71-0ECAEEFF1533}" dt="2026-03-28T04:06:47.137" v="328" actId="20577"/>
          <ac:graphicFrameMkLst>
            <pc:docMk/>
            <pc:sldMk cId="0" sldId="284"/>
            <ac:graphicFrameMk id="18" creationId="{00000000-0000-0000-0000-000000000000}"/>
          </ac:graphicFrameMkLst>
        </pc:graphicFrameChg>
        <pc:graphicFrameChg chg="del mod">
          <ac:chgData name="Tô Quốc Thái" userId="5aa0b583-72c5-4339-ad24-4cb7ef6f3f49" providerId="ADAL" clId="{1DCFA291-2A0F-4AFD-BD71-0ECAEEFF1533}" dt="2026-03-28T04:05:55.742" v="317" actId="21"/>
          <ac:graphicFrameMkLst>
            <pc:docMk/>
            <pc:sldMk cId="0" sldId="284"/>
            <ac:graphicFrameMk id="20" creationId="{00000000-0000-0000-0000-000000000000}"/>
          </ac:graphicFrameMkLst>
        </pc:graphicFrameChg>
        <pc:graphicFrameChg chg="del mod">
          <ac:chgData name="Tô Quốc Thái" userId="5aa0b583-72c5-4339-ad24-4cb7ef6f3f49" providerId="ADAL" clId="{1DCFA291-2A0F-4AFD-BD71-0ECAEEFF1533}" dt="2026-03-28T04:03:17.548" v="287" actId="478"/>
          <ac:graphicFrameMkLst>
            <pc:docMk/>
            <pc:sldMk cId="0" sldId="284"/>
            <ac:graphicFrameMk id="22" creationId="{ABF05EAC-A0FE-DDFB-E816-408C1D78C753}"/>
          </ac:graphicFrameMkLst>
        </pc:graphicFrameChg>
        <pc:graphicFrameChg chg="del mod">
          <ac:chgData name="Tô Quốc Thái" userId="5aa0b583-72c5-4339-ad24-4cb7ef6f3f49" providerId="ADAL" clId="{1DCFA291-2A0F-4AFD-BD71-0ECAEEFF1533}" dt="2026-03-28T04:03:19.130" v="288" actId="478"/>
          <ac:graphicFrameMkLst>
            <pc:docMk/>
            <pc:sldMk cId="0" sldId="284"/>
            <ac:graphicFrameMk id="23" creationId="{56CCB982-3FD3-4AD6-6AAB-77A7625B77BE}"/>
          </ac:graphicFrameMkLst>
        </pc:graphicFrameChg>
        <pc:picChg chg="add del mod">
          <ac:chgData name="Tô Quốc Thái" userId="5aa0b583-72c5-4339-ad24-4cb7ef6f3f49" providerId="ADAL" clId="{1DCFA291-2A0F-4AFD-BD71-0ECAEEFF1533}" dt="2026-03-28T04:04:48.912" v="303" actId="478"/>
          <ac:picMkLst>
            <pc:docMk/>
            <pc:sldMk cId="0" sldId="284"/>
            <ac:picMk id="4" creationId="{A70A2A87-F438-316D-370E-66D8591BAF20}"/>
          </ac:picMkLst>
        </pc:picChg>
        <pc:picChg chg="add mod">
          <ac:chgData name="Tô Quốc Thái" userId="5aa0b583-72c5-4339-ad24-4cb7ef6f3f49" providerId="ADAL" clId="{1DCFA291-2A0F-4AFD-BD71-0ECAEEFF1533}" dt="2026-03-28T04:07:24.652" v="335" actId="1076"/>
          <ac:picMkLst>
            <pc:docMk/>
            <pc:sldMk cId="0" sldId="284"/>
            <ac:picMk id="17" creationId="{DE27A517-D10C-0707-0E95-CEC50DFDED70}"/>
          </ac:picMkLst>
        </pc:picChg>
      </pc:sldChg>
      <pc:sldChg chg="modSp add mod setBg modNotes">
        <pc:chgData name="Tô Quốc Thái" userId="5aa0b583-72c5-4339-ad24-4cb7ef6f3f49" providerId="ADAL" clId="{1DCFA291-2A0F-4AFD-BD71-0ECAEEFF1533}" dt="2026-03-28T04:08:19.714" v="342" actId="2711"/>
        <pc:sldMkLst>
          <pc:docMk/>
          <pc:sldMk cId="0" sldId="285"/>
        </pc:sldMkLst>
        <pc:spChg chg="mod">
          <ac:chgData name="Tô Quốc Thái" userId="5aa0b583-72c5-4339-ad24-4cb7ef6f3f49" providerId="ADAL" clId="{1DCFA291-2A0F-4AFD-BD71-0ECAEEFF1533}" dt="2026-03-21T05:46:58.475" v="37" actId="207"/>
          <ac:spMkLst>
            <pc:docMk/>
            <pc:sldMk cId="0" sldId="285"/>
            <ac:spMk id="3" creationId="{00000000-0000-0000-0000-000000000000}"/>
          </ac:spMkLst>
        </pc:spChg>
        <pc:spChg chg="mod">
          <ac:chgData name="Tô Quốc Thái" userId="5aa0b583-72c5-4339-ad24-4cb7ef6f3f49" providerId="ADAL" clId="{1DCFA291-2A0F-4AFD-BD71-0ECAEEFF1533}" dt="2026-03-28T04:08:19.714" v="342" actId="2711"/>
          <ac:spMkLst>
            <pc:docMk/>
            <pc:sldMk cId="0" sldId="285"/>
            <ac:spMk id="4" creationId="{00000000-0000-0000-0000-000000000000}"/>
          </ac:spMkLst>
        </pc:spChg>
      </pc:sldChg>
      <pc:sldChg chg="modSp add mod setBg modNotes">
        <pc:chgData name="Tô Quốc Thái" userId="5aa0b583-72c5-4339-ad24-4cb7ef6f3f49" providerId="ADAL" clId="{1DCFA291-2A0F-4AFD-BD71-0ECAEEFF1533}" dt="2026-03-21T05:50:13.751" v="44" actId="255"/>
        <pc:sldMkLst>
          <pc:docMk/>
          <pc:sldMk cId="0" sldId="286"/>
        </pc:sldMkLst>
        <pc:spChg chg="mod">
          <ac:chgData name="Tô Quốc Thái" userId="5aa0b583-72c5-4339-ad24-4cb7ef6f3f49" providerId="ADAL" clId="{1DCFA291-2A0F-4AFD-BD71-0ECAEEFF1533}" dt="2026-03-21T05:50:13.751" v="44" actId="255"/>
          <ac:spMkLst>
            <pc:docMk/>
            <pc:sldMk cId="0" sldId="286"/>
            <ac:spMk id="3" creationId="{00000000-0000-0000-0000-000000000000}"/>
          </ac:spMkLst>
        </pc:spChg>
      </pc:sldChg>
      <pc:sldChg chg="addSp delSp modSp add mod">
        <pc:chgData name="Tô Quốc Thái" userId="5aa0b583-72c5-4339-ad24-4cb7ef6f3f49" providerId="ADAL" clId="{1DCFA291-2A0F-4AFD-BD71-0ECAEEFF1533}" dt="2026-03-28T03:57:21.615" v="283" actId="20577"/>
        <pc:sldMkLst>
          <pc:docMk/>
          <pc:sldMk cId="3074542645" sldId="287"/>
        </pc:sldMkLst>
        <pc:spChg chg="mod">
          <ac:chgData name="Tô Quốc Thái" userId="5aa0b583-72c5-4339-ad24-4cb7ef6f3f49" providerId="ADAL" clId="{1DCFA291-2A0F-4AFD-BD71-0ECAEEFF1533}" dt="2026-03-28T03:57:21.615" v="283" actId="20577"/>
          <ac:spMkLst>
            <pc:docMk/>
            <pc:sldMk cId="3074542645" sldId="287"/>
            <ac:spMk id="3" creationId="{61A1851D-CE1B-9651-7C73-D579F0499A66}"/>
          </ac:spMkLst>
        </pc:spChg>
        <pc:spChg chg="add del mod">
          <ac:chgData name="Tô Quốc Thái" userId="5aa0b583-72c5-4339-ad24-4cb7ef6f3f49" providerId="ADAL" clId="{1DCFA291-2A0F-4AFD-BD71-0ECAEEFF1533}" dt="2026-03-28T03:46:53.507" v="198" actId="478"/>
          <ac:spMkLst>
            <pc:docMk/>
            <pc:sldMk cId="3074542645" sldId="287"/>
            <ac:spMk id="6" creationId="{4CCD8953-FC6D-37A4-D30C-B92E2E0E9112}"/>
          </ac:spMkLst>
        </pc:spChg>
        <pc:spChg chg="mod">
          <ac:chgData name="Tô Quốc Thái" userId="5aa0b583-72c5-4339-ad24-4cb7ef6f3f49" providerId="ADAL" clId="{1DCFA291-2A0F-4AFD-BD71-0ECAEEFF1533}" dt="2026-03-28T03:55:32.254" v="249" actId="14100"/>
          <ac:spMkLst>
            <pc:docMk/>
            <pc:sldMk cId="3074542645" sldId="287"/>
            <ac:spMk id="7" creationId="{B6BB2FD9-B708-2903-A078-F8E88809E2EA}"/>
          </ac:spMkLst>
        </pc:spChg>
        <pc:spChg chg="del mod">
          <ac:chgData name="Tô Quốc Thái" userId="5aa0b583-72c5-4339-ad24-4cb7ef6f3f49" providerId="ADAL" clId="{1DCFA291-2A0F-4AFD-BD71-0ECAEEFF1533}" dt="2026-03-28T03:44:52.069" v="183" actId="478"/>
          <ac:spMkLst>
            <pc:docMk/>
            <pc:sldMk cId="3074542645" sldId="287"/>
            <ac:spMk id="8" creationId="{8B4DC738-BD9B-67C4-FC62-D011671C511A}"/>
          </ac:spMkLst>
        </pc:spChg>
        <pc:spChg chg="del mod">
          <ac:chgData name="Tô Quốc Thái" userId="5aa0b583-72c5-4339-ad24-4cb7ef6f3f49" providerId="ADAL" clId="{1DCFA291-2A0F-4AFD-BD71-0ECAEEFF1533}" dt="2026-03-28T03:44:53.594" v="184" actId="478"/>
          <ac:spMkLst>
            <pc:docMk/>
            <pc:sldMk cId="3074542645" sldId="287"/>
            <ac:spMk id="9" creationId="{EE6112E4-E046-A07C-C9DF-AC7A42C6C689}"/>
          </ac:spMkLst>
        </pc:spChg>
        <pc:spChg chg="mod">
          <ac:chgData name="Tô Quốc Thái" userId="5aa0b583-72c5-4339-ad24-4cb7ef6f3f49" providerId="ADAL" clId="{1DCFA291-2A0F-4AFD-BD71-0ECAEEFF1533}" dt="2026-03-28T03:57:00.992" v="262" actId="1076"/>
          <ac:spMkLst>
            <pc:docMk/>
            <pc:sldMk cId="3074542645" sldId="287"/>
            <ac:spMk id="10" creationId="{62418BCE-EE93-814C-491D-52D3376C51FF}"/>
          </ac:spMkLst>
        </pc:spChg>
        <pc:spChg chg="del mod">
          <ac:chgData name="Tô Quốc Thái" userId="5aa0b583-72c5-4339-ad24-4cb7ef6f3f49" providerId="ADAL" clId="{1DCFA291-2A0F-4AFD-BD71-0ECAEEFF1533}" dt="2026-03-28T03:44:50.268" v="182" actId="478"/>
          <ac:spMkLst>
            <pc:docMk/>
            <pc:sldMk cId="3074542645" sldId="287"/>
            <ac:spMk id="11" creationId="{F101993D-5846-83FD-CB04-BC40AF4C97A2}"/>
          </ac:spMkLst>
        </pc:spChg>
        <pc:spChg chg="del mod">
          <ac:chgData name="Tô Quốc Thái" userId="5aa0b583-72c5-4339-ad24-4cb7ef6f3f49" providerId="ADAL" clId="{1DCFA291-2A0F-4AFD-BD71-0ECAEEFF1533}" dt="2026-03-28T03:44:47.850" v="181" actId="478"/>
          <ac:spMkLst>
            <pc:docMk/>
            <pc:sldMk cId="3074542645" sldId="287"/>
            <ac:spMk id="12" creationId="{C4D79A1C-1145-206C-2772-BD74571B14FF}"/>
          </ac:spMkLst>
        </pc:spChg>
        <pc:spChg chg="mod">
          <ac:chgData name="Tô Quốc Thái" userId="5aa0b583-72c5-4339-ad24-4cb7ef6f3f49" providerId="ADAL" clId="{1DCFA291-2A0F-4AFD-BD71-0ECAEEFF1533}" dt="2026-03-28T03:56:41.912" v="255" actId="14100"/>
          <ac:spMkLst>
            <pc:docMk/>
            <pc:sldMk cId="3074542645" sldId="287"/>
            <ac:spMk id="13" creationId="{232E0861-8AB9-E191-15D0-B63F8DF51013}"/>
          </ac:spMkLst>
        </pc:spChg>
        <pc:spChg chg="del mod">
          <ac:chgData name="Tô Quốc Thái" userId="5aa0b583-72c5-4339-ad24-4cb7ef6f3f49" providerId="ADAL" clId="{1DCFA291-2A0F-4AFD-BD71-0ECAEEFF1533}" dt="2026-03-28T03:44:40.087" v="180" actId="478"/>
          <ac:spMkLst>
            <pc:docMk/>
            <pc:sldMk cId="3074542645" sldId="287"/>
            <ac:spMk id="14" creationId="{322A4D12-FDC0-2320-10A0-8CB9CFCF514D}"/>
          </ac:spMkLst>
        </pc:spChg>
        <pc:spChg chg="del mod">
          <ac:chgData name="Tô Quốc Thái" userId="5aa0b583-72c5-4339-ad24-4cb7ef6f3f49" providerId="ADAL" clId="{1DCFA291-2A0F-4AFD-BD71-0ECAEEFF1533}" dt="2026-03-28T03:44:34.996" v="178" actId="478"/>
          <ac:spMkLst>
            <pc:docMk/>
            <pc:sldMk cId="3074542645" sldId="287"/>
            <ac:spMk id="15" creationId="{023DA029-1C4D-80E0-F54A-BDB6CED01C90}"/>
          </ac:spMkLst>
        </pc:spChg>
        <pc:spChg chg="del">
          <ac:chgData name="Tô Quốc Thái" userId="5aa0b583-72c5-4339-ad24-4cb7ef6f3f49" providerId="ADAL" clId="{1DCFA291-2A0F-4AFD-BD71-0ECAEEFF1533}" dt="2026-03-28T03:43:32.773" v="172" actId="478"/>
          <ac:spMkLst>
            <pc:docMk/>
            <pc:sldMk cId="3074542645" sldId="287"/>
            <ac:spMk id="16" creationId="{A97AF867-38DB-6CE4-B77D-0660132CB26D}"/>
          </ac:spMkLst>
        </pc:spChg>
        <pc:spChg chg="mod">
          <ac:chgData name="Tô Quốc Thái" userId="5aa0b583-72c5-4339-ad24-4cb7ef6f3f49" providerId="ADAL" clId="{1DCFA291-2A0F-4AFD-BD71-0ECAEEFF1533}" dt="2026-03-28T03:41:49.978" v="171" actId="20577"/>
          <ac:spMkLst>
            <pc:docMk/>
            <pc:sldMk cId="3074542645" sldId="287"/>
            <ac:spMk id="17" creationId="{D06D534A-7AE8-9C03-6018-210A90F40D2A}"/>
          </ac:spMkLst>
        </pc:spChg>
        <pc:spChg chg="add mod">
          <ac:chgData name="Tô Quốc Thái" userId="5aa0b583-72c5-4339-ad24-4cb7ef6f3f49" providerId="ADAL" clId="{1DCFA291-2A0F-4AFD-BD71-0ECAEEFF1533}" dt="2026-03-28T03:54:55.303" v="236" actId="20577"/>
          <ac:spMkLst>
            <pc:docMk/>
            <pc:sldMk cId="3074542645" sldId="287"/>
            <ac:spMk id="18" creationId="{274810CB-15F2-B8C5-38F1-5C9D77183C42}"/>
          </ac:spMkLst>
        </pc:spChg>
        <pc:spChg chg="add mod">
          <ac:chgData name="Tô Quốc Thái" userId="5aa0b583-72c5-4339-ad24-4cb7ef6f3f49" providerId="ADAL" clId="{1DCFA291-2A0F-4AFD-BD71-0ECAEEFF1533}" dt="2026-03-28T03:57:05.726" v="263" actId="1076"/>
          <ac:spMkLst>
            <pc:docMk/>
            <pc:sldMk cId="3074542645" sldId="287"/>
            <ac:spMk id="19" creationId="{FB55FC81-F699-EC2B-9A86-BF0B356B6AAF}"/>
          </ac:spMkLst>
        </pc:spChg>
        <pc:spChg chg="add del mod">
          <ac:chgData name="Tô Quốc Thái" userId="5aa0b583-72c5-4339-ad24-4cb7ef6f3f49" providerId="ADAL" clId="{1DCFA291-2A0F-4AFD-BD71-0ECAEEFF1533}" dt="2026-03-28T03:45:11.662" v="189" actId="478"/>
          <ac:spMkLst>
            <pc:docMk/>
            <pc:sldMk cId="3074542645" sldId="287"/>
            <ac:spMk id="20" creationId="{25BE9A1E-82BB-D0BD-BBC9-962DCF463747}"/>
          </ac:spMkLst>
        </pc:spChg>
        <pc:spChg chg="add mod">
          <ac:chgData name="Tô Quốc Thái" userId="5aa0b583-72c5-4339-ad24-4cb7ef6f3f49" providerId="ADAL" clId="{1DCFA291-2A0F-4AFD-BD71-0ECAEEFF1533}" dt="2026-03-28T03:56:30.253" v="253" actId="1076"/>
          <ac:spMkLst>
            <pc:docMk/>
            <pc:sldMk cId="3074542645" sldId="287"/>
            <ac:spMk id="21" creationId="{1DD65085-C1E5-CAE9-9BB3-C56F915FE7B8}"/>
          </ac:spMkLst>
        </pc:spChg>
        <pc:graphicFrameChg chg="add mod">
          <ac:chgData name="Tô Quốc Thái" userId="5aa0b583-72c5-4339-ad24-4cb7ef6f3f49" providerId="ADAL" clId="{1DCFA291-2A0F-4AFD-BD71-0ECAEEFF1533}" dt="2026-03-28T03:56:30.253" v="253" actId="1076"/>
          <ac:graphicFrameMkLst>
            <pc:docMk/>
            <pc:sldMk cId="3074542645" sldId="287"/>
            <ac:graphicFrameMk id="23" creationId="{26656B70-7024-CA25-4178-7C2B8D8FB873}"/>
          </ac:graphicFrameMkLst>
        </pc:graphicFrameChg>
        <pc:graphicFrameChg chg="add mod modGraphic">
          <ac:chgData name="Tô Quốc Thái" userId="5aa0b583-72c5-4339-ad24-4cb7ef6f3f49" providerId="ADAL" clId="{1DCFA291-2A0F-4AFD-BD71-0ECAEEFF1533}" dt="2026-03-28T03:55:35.892" v="250" actId="14100"/>
          <ac:graphicFrameMkLst>
            <pc:docMk/>
            <pc:sldMk cId="3074542645" sldId="287"/>
            <ac:graphicFrameMk id="24" creationId="{C79458E6-5EB3-752B-0B39-EDBE297612F9}"/>
          </ac:graphicFrameMkLst>
        </pc:graphicFrameChg>
        <pc:picChg chg="add del">
          <ac:chgData name="Tô Quốc Thái" userId="5aa0b583-72c5-4339-ad24-4cb7ef6f3f49" providerId="ADAL" clId="{1DCFA291-2A0F-4AFD-BD71-0ECAEEFF1533}" dt="2026-03-28T03:43:49.548" v="174" actId="22"/>
          <ac:picMkLst>
            <pc:docMk/>
            <pc:sldMk cId="3074542645" sldId="287"/>
            <ac:picMk id="5" creationId="{6C4BAFBB-79F3-5B1C-3A19-F272C523D3B0}"/>
          </ac:picMkLst>
        </pc:picChg>
        <pc:picChg chg="del">
          <ac:chgData name="Tô Quốc Thái" userId="5aa0b583-72c5-4339-ad24-4cb7ef6f3f49" providerId="ADAL" clId="{1DCFA291-2A0F-4AFD-BD71-0ECAEEFF1533}" dt="2026-03-28T03:41:45.796" v="170" actId="478"/>
          <ac:picMkLst>
            <pc:docMk/>
            <pc:sldMk cId="3074542645" sldId="287"/>
            <ac:picMk id="22" creationId="{297627A8-22E2-26EE-A278-E25BCC3D7CB0}"/>
          </ac:picMkLst>
        </pc:picChg>
      </pc:sldChg>
      <pc:sldChg chg="addSp modSp add del mod">
        <pc:chgData name="Tô Quốc Thái" userId="5aa0b583-72c5-4339-ad24-4cb7ef6f3f49" providerId="ADAL" clId="{1DCFA291-2A0F-4AFD-BD71-0ECAEEFF1533}" dt="2026-03-28T04:20:35.542" v="435" actId="47"/>
        <pc:sldMkLst>
          <pc:docMk/>
          <pc:sldMk cId="2134427019" sldId="288"/>
        </pc:sldMkLst>
        <pc:spChg chg="add mod">
          <ac:chgData name="Tô Quốc Thái" userId="5aa0b583-72c5-4339-ad24-4cb7ef6f3f49" providerId="ADAL" clId="{1DCFA291-2A0F-4AFD-BD71-0ECAEEFF1533}" dt="2026-03-28T04:19:25.564" v="425"/>
          <ac:spMkLst>
            <pc:docMk/>
            <pc:sldMk cId="2134427019" sldId="288"/>
            <ac:spMk id="3" creationId="{83B89E50-AD40-DF22-7F97-0C773AC6E287}"/>
          </ac:spMkLst>
        </pc:spChg>
        <pc:spChg chg="mod">
          <ac:chgData name="Tô Quốc Thái" userId="5aa0b583-72c5-4339-ad24-4cb7ef6f3f49" providerId="ADAL" clId="{1DCFA291-2A0F-4AFD-BD71-0ECAEEFF1533}" dt="2026-03-28T04:14:48.146" v="388" actId="1076"/>
          <ac:spMkLst>
            <pc:docMk/>
            <pc:sldMk cId="2134427019" sldId="288"/>
            <ac:spMk id="8" creationId="{7442DB73-0801-DB7A-B34A-56260086A5A5}"/>
          </ac:spMkLst>
        </pc:spChg>
        <pc:spChg chg="mod">
          <ac:chgData name="Tô Quốc Thái" userId="5aa0b583-72c5-4339-ad24-4cb7ef6f3f49" providerId="ADAL" clId="{1DCFA291-2A0F-4AFD-BD71-0ECAEEFF1533}" dt="2026-03-28T04:19:51.213" v="428" actId="14100"/>
          <ac:spMkLst>
            <pc:docMk/>
            <pc:sldMk cId="2134427019" sldId="288"/>
            <ac:spMk id="9" creationId="{058E98E2-18A7-48AC-04D3-C69E86DB1323}"/>
          </ac:spMkLst>
        </pc:spChg>
      </pc:sldChg>
      <pc:sldChg chg="modSp add del mod">
        <pc:chgData name="Tô Quốc Thái" userId="5aa0b583-72c5-4339-ad24-4cb7ef6f3f49" providerId="ADAL" clId="{1DCFA291-2A0F-4AFD-BD71-0ECAEEFF1533}" dt="2026-03-28T04:22:57.654" v="452" actId="47"/>
        <pc:sldMkLst>
          <pc:docMk/>
          <pc:sldMk cId="1635978529" sldId="289"/>
        </pc:sldMkLst>
        <pc:spChg chg="mod">
          <ac:chgData name="Tô Quốc Thái" userId="5aa0b583-72c5-4339-ad24-4cb7ef6f3f49" providerId="ADAL" clId="{1DCFA291-2A0F-4AFD-BD71-0ECAEEFF1533}" dt="2026-03-28T04:15:26.406" v="394" actId="1076"/>
          <ac:spMkLst>
            <pc:docMk/>
            <pc:sldMk cId="1635978529" sldId="289"/>
            <ac:spMk id="8" creationId="{7F5F1F1D-840D-08D5-9972-3B84FE4B57E4}"/>
          </ac:spMkLst>
        </pc:spChg>
        <pc:spChg chg="mod">
          <ac:chgData name="Tô Quốc Thái" userId="5aa0b583-72c5-4339-ad24-4cb7ef6f3f49" providerId="ADAL" clId="{1DCFA291-2A0F-4AFD-BD71-0ECAEEFF1533}" dt="2026-03-28T04:20:54.359" v="437" actId="255"/>
          <ac:spMkLst>
            <pc:docMk/>
            <pc:sldMk cId="1635978529" sldId="289"/>
            <ac:spMk id="9" creationId="{BC099CD3-5704-9ED5-C7C2-42E0BC477F43}"/>
          </ac:spMkLst>
        </pc:spChg>
        <pc:picChg chg="mod">
          <ac:chgData name="Tô Quốc Thái" userId="5aa0b583-72c5-4339-ad24-4cb7ef6f3f49" providerId="ADAL" clId="{1DCFA291-2A0F-4AFD-BD71-0ECAEEFF1533}" dt="2026-03-28T04:10:17.013" v="345" actId="1076"/>
          <ac:picMkLst>
            <pc:docMk/>
            <pc:sldMk cId="1635978529" sldId="289"/>
            <ac:picMk id="10" creationId="{763C9A4B-9254-4D97-AAFE-F3391A867003}"/>
          </ac:picMkLst>
        </pc:picChg>
      </pc:sldChg>
      <pc:sldChg chg="addSp modSp add mod">
        <pc:chgData name="Tô Quốc Thái" userId="5aa0b583-72c5-4339-ad24-4cb7ef6f3f49" providerId="ADAL" clId="{1DCFA291-2A0F-4AFD-BD71-0ECAEEFF1533}" dt="2026-03-28T04:25:22.784" v="463" actId="14100"/>
        <pc:sldMkLst>
          <pc:docMk/>
          <pc:sldMk cId="2005363108" sldId="290"/>
        </pc:sldMkLst>
        <pc:spChg chg="add mod">
          <ac:chgData name="Tô Quốc Thái" userId="5aa0b583-72c5-4339-ad24-4cb7ef6f3f49" providerId="ADAL" clId="{1DCFA291-2A0F-4AFD-BD71-0ECAEEFF1533}" dt="2026-03-28T04:23:29.770" v="457" actId="1076"/>
          <ac:spMkLst>
            <pc:docMk/>
            <pc:sldMk cId="2005363108" sldId="290"/>
            <ac:spMk id="3" creationId="{70DF9608-8BE5-C6BA-A023-27B37EB2F7D4}"/>
          </ac:spMkLst>
        </pc:spChg>
        <pc:spChg chg="mod">
          <ac:chgData name="Tô Quốc Thái" userId="5aa0b583-72c5-4339-ad24-4cb7ef6f3f49" providerId="ADAL" clId="{1DCFA291-2A0F-4AFD-BD71-0ECAEEFF1533}" dt="2026-03-28T04:25:22.784" v="463" actId="14100"/>
          <ac:spMkLst>
            <pc:docMk/>
            <pc:sldMk cId="2005363108" sldId="290"/>
            <ac:spMk id="8" creationId="{EF5AE2BB-1E8C-D3A3-DFB1-B40A324FAFFF}"/>
          </ac:spMkLst>
        </pc:spChg>
        <pc:spChg chg="mod">
          <ac:chgData name="Tô Quốc Thái" userId="5aa0b583-72c5-4339-ad24-4cb7ef6f3f49" providerId="ADAL" clId="{1DCFA291-2A0F-4AFD-BD71-0ECAEEFF1533}" dt="2026-03-28T04:23:51.513" v="461" actId="1076"/>
          <ac:spMkLst>
            <pc:docMk/>
            <pc:sldMk cId="2005363108" sldId="290"/>
            <ac:spMk id="9" creationId="{2000AA0F-3468-C53C-D357-EA75FA651483}"/>
          </ac:spMkLst>
        </pc:spChg>
        <pc:picChg chg="mod">
          <ac:chgData name="Tô Quốc Thái" userId="5aa0b583-72c5-4339-ad24-4cb7ef6f3f49" providerId="ADAL" clId="{1DCFA291-2A0F-4AFD-BD71-0ECAEEFF1533}" dt="2026-03-28T04:23:22.153" v="456" actId="14100"/>
          <ac:picMkLst>
            <pc:docMk/>
            <pc:sldMk cId="2005363108" sldId="290"/>
            <ac:picMk id="10" creationId="{0BD2D2D9-8294-6717-6E97-7CB3409777C7}"/>
          </ac:picMkLst>
        </pc:picChg>
      </pc:sldChg>
      <pc:sldChg chg="addSp delSp modSp add mod">
        <pc:chgData name="Tô Quốc Thái" userId="5aa0b583-72c5-4339-ad24-4cb7ef6f3f49" providerId="ADAL" clId="{1DCFA291-2A0F-4AFD-BD71-0ECAEEFF1533}" dt="2026-03-28T04:26:06.801" v="465" actId="1076"/>
        <pc:sldMkLst>
          <pc:docMk/>
          <pc:sldMk cId="901202727" sldId="291"/>
        </pc:sldMkLst>
        <pc:spChg chg="add mod">
          <ac:chgData name="Tô Quốc Thái" userId="5aa0b583-72c5-4339-ad24-4cb7ef6f3f49" providerId="ADAL" clId="{1DCFA291-2A0F-4AFD-BD71-0ECAEEFF1533}" dt="2026-03-28T04:21:48.558" v="449" actId="1076"/>
          <ac:spMkLst>
            <pc:docMk/>
            <pc:sldMk cId="901202727" sldId="291"/>
            <ac:spMk id="3" creationId="{A15A0DA8-7C50-6FA4-EEC3-15A736C2656C}"/>
          </ac:spMkLst>
        </pc:spChg>
        <pc:spChg chg="mod">
          <ac:chgData name="Tô Quốc Thái" userId="5aa0b583-72c5-4339-ad24-4cb7ef6f3f49" providerId="ADAL" clId="{1DCFA291-2A0F-4AFD-BD71-0ECAEEFF1533}" dt="2026-03-28T04:26:06.801" v="465" actId="1076"/>
          <ac:spMkLst>
            <pc:docMk/>
            <pc:sldMk cId="901202727" sldId="291"/>
            <ac:spMk id="4" creationId="{0F1711FD-1099-2FAD-B5E2-129160E3CD85}"/>
          </ac:spMkLst>
        </pc:spChg>
        <pc:spChg chg="mod">
          <ac:chgData name="Tô Quốc Thái" userId="5aa0b583-72c5-4339-ad24-4cb7ef6f3f49" providerId="ADAL" clId="{1DCFA291-2A0F-4AFD-BD71-0ECAEEFF1533}" dt="2026-03-28T04:21:45.222" v="448" actId="1076"/>
          <ac:spMkLst>
            <pc:docMk/>
            <pc:sldMk cId="901202727" sldId="291"/>
            <ac:spMk id="8" creationId="{7F8DCDF9-8475-5D09-B1E3-F29CC52A51E0}"/>
          </ac:spMkLst>
        </pc:spChg>
        <pc:spChg chg="del">
          <ac:chgData name="Tô Quốc Thái" userId="5aa0b583-72c5-4339-ad24-4cb7ef6f3f49" providerId="ADAL" clId="{1DCFA291-2A0F-4AFD-BD71-0ECAEEFF1533}" dt="2026-03-28T04:19:57.653" v="429" actId="478"/>
          <ac:spMkLst>
            <pc:docMk/>
            <pc:sldMk cId="901202727" sldId="291"/>
            <ac:spMk id="9" creationId="{DCA315FC-73EB-8EAE-45C7-B3C5346E071B}"/>
          </ac:spMkLst>
        </pc:spChg>
      </pc:sldChg>
      <pc:sldChg chg="addSp delSp modSp add mod">
        <pc:chgData name="Tô Quốc Thái" userId="5aa0b583-72c5-4339-ad24-4cb7ef6f3f49" providerId="ADAL" clId="{1DCFA291-2A0F-4AFD-BD71-0ECAEEFF1533}" dt="2026-03-28T04:25:30.475" v="464" actId="14100"/>
        <pc:sldMkLst>
          <pc:docMk/>
          <pc:sldMk cId="4206685901" sldId="292"/>
        </pc:sldMkLst>
        <pc:spChg chg="del">
          <ac:chgData name="Tô Quốc Thái" userId="5aa0b583-72c5-4339-ad24-4cb7ef6f3f49" providerId="ADAL" clId="{1DCFA291-2A0F-4AFD-BD71-0ECAEEFF1533}" dt="2026-03-28T04:21:11.915" v="440" actId="478"/>
          <ac:spMkLst>
            <pc:docMk/>
            <pc:sldMk cId="4206685901" sldId="292"/>
            <ac:spMk id="3" creationId="{5B27B3A6-E133-C88F-0501-B2859AA34D01}"/>
          </ac:spMkLst>
        </pc:spChg>
        <pc:spChg chg="mod">
          <ac:chgData name="Tô Quốc Thái" userId="5aa0b583-72c5-4339-ad24-4cb7ef6f3f49" providerId="ADAL" clId="{1DCFA291-2A0F-4AFD-BD71-0ECAEEFF1533}" dt="2026-03-28T04:21:06.733" v="438" actId="1076"/>
          <ac:spMkLst>
            <pc:docMk/>
            <pc:sldMk cId="4206685901" sldId="292"/>
            <ac:spMk id="4" creationId="{44B19D73-C85E-2A75-035A-331608141223}"/>
          </ac:spMkLst>
        </pc:spChg>
        <pc:spChg chg="add mod">
          <ac:chgData name="Tô Quốc Thái" userId="5aa0b583-72c5-4339-ad24-4cb7ef6f3f49" providerId="ADAL" clId="{1DCFA291-2A0F-4AFD-BD71-0ECAEEFF1533}" dt="2026-03-28T04:21:30.321" v="444" actId="1076"/>
          <ac:spMkLst>
            <pc:docMk/>
            <pc:sldMk cId="4206685901" sldId="292"/>
            <ac:spMk id="6" creationId="{2428FC04-9FA3-D621-D7E0-F6CB3F449F1F}"/>
          </ac:spMkLst>
        </pc:spChg>
        <pc:spChg chg="mod">
          <ac:chgData name="Tô Quốc Thái" userId="5aa0b583-72c5-4339-ad24-4cb7ef6f3f49" providerId="ADAL" clId="{1DCFA291-2A0F-4AFD-BD71-0ECAEEFF1533}" dt="2026-03-28T04:25:30.475" v="464" actId="14100"/>
          <ac:spMkLst>
            <pc:docMk/>
            <pc:sldMk cId="4206685901" sldId="292"/>
            <ac:spMk id="8" creationId="{3693AB89-3597-05D3-C88B-647A37D3DC16}"/>
          </ac:spMkLst>
        </pc:spChg>
      </pc:sldChg>
      <pc:sldMasterChg chg="delSldLayout">
        <pc:chgData name="Tô Quốc Thái" userId="5aa0b583-72c5-4339-ad24-4cb7ef6f3f49" providerId="ADAL" clId="{1DCFA291-2A0F-4AFD-BD71-0ECAEEFF1533}" dt="2026-03-21T05:55:25.956" v="107" actId="47"/>
        <pc:sldMasterMkLst>
          <pc:docMk/>
          <pc:sldMasterMk cId="0" sldId="2147483657"/>
        </pc:sldMasterMkLst>
        <pc:sldLayoutChg chg="del">
          <pc:chgData name="Tô Quốc Thái" userId="5aa0b583-72c5-4339-ad24-4cb7ef6f3f49" providerId="ADAL" clId="{1DCFA291-2A0F-4AFD-BD71-0ECAEEFF1533}" dt="2026-03-21T05:55:25.956" v="107" actId="47"/>
          <pc:sldLayoutMkLst>
            <pc:docMk/>
            <pc:sldMasterMk cId="0" sldId="2147483657"/>
            <pc:sldLayoutMk cId="0" sldId="214748365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5FE2-BB29-332E-9D6E-DC1FEA87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7C8BC-3A44-B77C-FF27-17F3EE20B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C968F-BA60-6185-00AC-9723410FD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F2A06-92B0-E6C3-0E7F-1F794F1F8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6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2E41-CE8A-CAB7-0799-CF6FA935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B70DE-8024-D18E-BFF9-381A1F8D1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DE4EA-8ECD-A65D-A935-435EC7DB6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D19E5-BB34-AAA6-B895-C85EB8BAA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33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992D-A7BA-53AD-BD15-7E137097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17B34-A0DD-4595-D131-493864306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E3D5A-8D52-ECD6-4984-8E3F483C8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5193-356C-147E-E219-1A8B0D70F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32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BACF-CC75-9CB8-3393-4F5C89EB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ABCB1-F8D7-7A0C-469D-ECD38E0BE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5D99D-CE5B-3BE0-0459-C16B8FF48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39026-825B-4941-54E8-28BBD0518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15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8693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9589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ata"/>
              <a:buNone/>
              <a:defRPr sz="2800">
                <a:latin typeface="Alata"/>
                <a:ea typeface="Alata"/>
                <a:cs typeface="Alata"/>
                <a:sym typeface="Alat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>
            <a:spLocks noGrp="1"/>
          </p:cNvSpPr>
          <p:nvPr>
            <p:ph type="pic" idx="2"/>
          </p:nvPr>
        </p:nvSpPr>
        <p:spPr>
          <a:xfrm>
            <a:off x="656688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>
            <a:spLocks noGrp="1"/>
          </p:cNvSpPr>
          <p:nvPr>
            <p:ph type="pic" idx="3"/>
          </p:nvPr>
        </p:nvSpPr>
        <p:spPr>
          <a:xfrm>
            <a:off x="6796213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6"/>
          <p:cNvSpPr>
            <a:spLocks noGrp="1"/>
          </p:cNvSpPr>
          <p:nvPr>
            <p:ph type="pic" idx="4"/>
          </p:nvPr>
        </p:nvSpPr>
        <p:spPr>
          <a:xfrm>
            <a:off x="2703196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6"/>
          <p:cNvSpPr>
            <a:spLocks noGrp="1"/>
          </p:cNvSpPr>
          <p:nvPr>
            <p:ph type="pic" idx="5"/>
          </p:nvPr>
        </p:nvSpPr>
        <p:spPr>
          <a:xfrm>
            <a:off x="4749704" y="2359850"/>
            <a:ext cx="1691100" cy="169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4106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3814650" y="1349025"/>
            <a:ext cx="4657800" cy="281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86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nton"/>
              <a:buNone/>
              <a:defRPr sz="28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nton"/>
              <a:buChar char="●"/>
              <a:defRPr sz="1800"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ton"/>
              <a:buChar char="○"/>
              <a:defRPr>
                <a:solidFill>
                  <a:schemeClr val="dk2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●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○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ata"/>
              <a:buChar char="■"/>
              <a:defRPr>
                <a:solidFill>
                  <a:schemeClr val="dk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MÔN HỌC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Nhận dạng chữ viết tay tiếng Việt</a:t>
            </a:r>
            <a:endParaRPr lang="en-US" sz="3200" dirty="0">
              <a:solidFill>
                <a:schemeClr val="tx1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sử dụng mô hình TrOCR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Tôn Quang Toại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/>
              <a:t>Tô Quốc Thái - 23DH113269 </a:t>
            </a:r>
          </a:p>
          <a:p>
            <a:pPr algn="ctr"/>
            <a:r>
              <a:rPr lang="en-US" dirty="0"/>
              <a:t>Danh Hoàng Hiếu </a:t>
            </a:r>
            <a:r>
              <a:rPr lang="en-US" dirty="0" err="1"/>
              <a:t>Nghị</a:t>
            </a:r>
            <a:r>
              <a:rPr lang="en-US" dirty="0"/>
              <a:t> - 23DH112270</a:t>
            </a:r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588522" y="274320"/>
            <a:ext cx="80982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GIỚI THIỆU TrOCR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8522" y="777240"/>
            <a:ext cx="809827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Optical Character Recognition (Microsoft, 2021)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(ViT)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</a:t>
            </a:r>
            <a:r>
              <a:rPr lang="en-US" sz="1300" dirty="0" err="1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</a:t>
            </a: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 trích xuất đặc trưng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(RoBERTa)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chữ từ đặc trưng ảnh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ImageNet (Stanford)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RoBERTa (Meta AI)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3200400"/>
          </a:xfrm>
          <a:prstGeom prst="rect">
            <a:avLst/>
          </a:prstGeom>
          <a:solidFill>
            <a:srgbClr val="E8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286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C19F5-7F65-DA4B-97DE-0D69043C9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328" y="1280159"/>
            <a:ext cx="3891857" cy="3200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- </a:t>
            </a:r>
            <a:r>
              <a:rPr lang="en-US" sz="2400" b="1" dirty="0" err="1"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Bước</a:t>
            </a:r>
            <a:r>
              <a:rPr lang="en-US" sz="2400" b="1" dirty="0"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 1 =&gt; 3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E8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94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ảnh </a:t>
            </a:r>
            <a:r>
              <a:rPr lang="en-US" sz="1400" dirty="0" err="1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</a:t>
            </a:r>
            <a:r>
              <a:rPr lang="en-US" sz="14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họa</a:t>
            </a:r>
            <a:r>
              <a:rPr lang="en-US" sz="14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80918" y="1005840"/>
            <a:ext cx="3405882" cy="352238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2626" y="1188720"/>
            <a:ext cx="30739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1: Chia </a:t>
            </a: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mảnh</a:t>
            </a:r>
            <a:endParaRPr lang="en-US" sz="1300" b="1" dirty="0">
              <a:solidFill>
                <a:srgbClr val="2563E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384 ÷16 = 24,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nên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24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hàng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24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cột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 × 24 = 576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mảnh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nhỏ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2: Vector </a:t>
            </a: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hóa</a:t>
            </a:r>
            <a:endParaRPr lang="en-US" sz="1300" b="1" dirty="0">
              <a:solidFill>
                <a:srgbClr val="2563E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mảnh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16×16×3 = 768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số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</a:t>
            </a: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3: </a:t>
            </a: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Vị</a:t>
            </a:r>
            <a:r>
              <a:rPr lang="en-US" sz="13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b="1" dirty="0" err="1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trí</a:t>
            </a:r>
            <a:endParaRPr lang="en-US" sz="1300" b="1" dirty="0">
              <a:solidFill>
                <a:srgbClr val="2563E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Cộng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thêm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vector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vị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trí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mỗi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mảnh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5ED2B6-FF95-A989-0998-7F8840653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005840"/>
            <a:ext cx="5059681" cy="3522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- Bước 4: 12 lớp Transformer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554480"/>
          </a:xfrm>
          <a:prstGeom prst="rect">
            <a:avLst/>
          </a:prstGeom>
          <a:solidFill>
            <a:srgbClr val="E6F1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patch "nhìn" tất cả patch khác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× Key =&gt; điểm attention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heads = 12 góc nhìn song song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1148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8346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→ 3072 → 768 + GELU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291840"/>
          </a:xfrm>
          <a:prstGeom prst="rect">
            <a:avLst/>
          </a:prstGeom>
          <a:solidFill>
            <a:srgbClr val="E8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103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2AFABEC-9A0E-53B5-B6DC-49A7B0C8D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64" y="1005840"/>
            <a:ext cx="3881336" cy="3342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666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lớp Decoder, mỗi lớp có: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777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7772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Masked Self-Attention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token chỉ nhìn token trước nó (không nhìn tương lai)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8200"/>
            <a:ext cx="4114800" cy="360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96012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68880"/>
            <a:ext cx="54864" cy="9601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6888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Cross-Attention  ← cầu nối chính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từ decoder, Key + Value từ encoder</a:t>
            </a:r>
            <a:endParaRPr lang="en-US" sz="13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"Tôi đang ở ký tự n, phần nào ảnh liên quan?"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42640"/>
            <a:ext cx="4114800" cy="360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9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594360"/>
          </a:xfrm>
          <a:prstGeom prst="rect">
            <a:avLst/>
          </a:prstGeom>
          <a:solidFill>
            <a:srgbClr val="E3EE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703320"/>
            <a:ext cx="54864" cy="594360"/>
          </a:xfrm>
          <a:prstGeom prst="rect">
            <a:avLst/>
          </a:prstGeom>
          <a:solidFill>
            <a:srgbClr val="2D6A8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033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Feed-Forward Network</a:t>
            </a:r>
            <a:endParaRPr lang="en-US" sz="13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encoder: 768 → 3072 → 768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4619577" y="4088958"/>
            <a:ext cx="4205129" cy="640080"/>
          </a:xfrm>
          <a:prstGeom prst="rect">
            <a:avLst/>
          </a:prstGeom>
          <a:solidFill>
            <a:srgbClr val="F5F9F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19577" y="4088957"/>
            <a:ext cx="54864" cy="640080"/>
          </a:xfrm>
          <a:prstGeom prst="rect">
            <a:avLst/>
          </a:prstGeom>
          <a:solidFill>
            <a:srgbClr val="3A9BB5"/>
          </a:solidFill>
          <a:ln/>
        </p:spPr>
      </p:sp>
      <p:sp>
        <p:nvSpPr>
          <p:cNvPr id="34" name="Text 27"/>
          <p:cNvSpPr/>
          <p:nvPr/>
        </p:nvSpPr>
        <p:spPr>
          <a:xfrm>
            <a:off x="5281892" y="408895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768 → 50,265 → Softmax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Greedy: chọn token xác suất cao nhất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search: giữ nhiều ứng viên song song</a:t>
            </a:r>
            <a:endParaRPr lang="en-US" sz="12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40D7D0B-4B01-3EEB-50AF-DCAB08F49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577" y="822961"/>
            <a:ext cx="4205129" cy="3265998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567317" y="114300"/>
            <a:ext cx="43305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Georgia" panose="02040502050405020303" pitchFamily="18" charset="0"/>
                <a:ea typeface="Arial Black" pitchFamily="34" charset="-122"/>
                <a:cs typeface="Arial Black" pitchFamily="34" charset="-120"/>
              </a:rPr>
              <a:t>Decoder - RoBERTa</a:t>
            </a:r>
            <a:endParaRPr lang="en-US" sz="24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VnOnDB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Giới thiệu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40180"/>
            <a:ext cx="3886200" cy="685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859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</a:t>
            </a:r>
            <a:r>
              <a:rPr lang="en-US" sz="12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4859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kho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ngữ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liệu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VieTreeBank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2446020"/>
            <a:ext cx="3886200" cy="685800"/>
          </a:xfrm>
          <a:prstGeom prst="rect">
            <a:avLst/>
          </a:prstGeom>
          <a:solidFill>
            <a:srgbClr val="E1F5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917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4917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Bút stylus trên máy tính bảng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886200" cy="685800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6118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6118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InkML → PNG (DPI 300)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E8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194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[Chèn ảnh mẫu từ dataset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E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VnOnDB word-level]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99FDD6-F5F7-037B-14AE-AE72E8E08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13" y="1011618"/>
            <a:ext cx="4022387" cy="3399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55B13-D77F-AC16-58A9-8B8343EA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EAE4C5-1EAE-4BAF-1574-4AC872899832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A1851D-CE1B-9651-7C73-D579F0499A6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Tiền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xử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lý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dữ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liệu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6BB2FD9-B708-2903-A078-F8E88809E2EA}"/>
              </a:ext>
            </a:extLst>
          </p:cNvPr>
          <p:cNvSpPr/>
          <p:nvPr/>
        </p:nvSpPr>
        <p:spPr>
          <a:xfrm>
            <a:off x="325692" y="1142999"/>
            <a:ext cx="3928162" cy="345468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2418BCE-EE93-814C-491D-52D3376C51FF}"/>
              </a:ext>
            </a:extLst>
          </p:cNvPr>
          <p:cNvSpPr/>
          <p:nvPr/>
        </p:nvSpPr>
        <p:spPr>
          <a:xfrm>
            <a:off x="4674742" y="1143000"/>
            <a:ext cx="4114800" cy="131766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2E0861-8AB9-E191-15D0-B63F8DF51013}"/>
              </a:ext>
            </a:extLst>
          </p:cNvPr>
          <p:cNvSpPr/>
          <p:nvPr/>
        </p:nvSpPr>
        <p:spPr>
          <a:xfrm>
            <a:off x="4674742" y="2778647"/>
            <a:ext cx="4114800" cy="181903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06D534A-7AE8-9C03-6018-210A90F40D2A}"/>
              </a:ext>
            </a:extLst>
          </p:cNvPr>
          <p:cNvSpPr/>
          <p:nvPr/>
        </p:nvSpPr>
        <p:spPr>
          <a:xfrm>
            <a:off x="4846320" y="2194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74810CB-15F2-B8C5-38F1-5C9D77183C42}"/>
              </a:ext>
            </a:extLst>
          </p:cNvPr>
          <p:cNvSpPr/>
          <p:nvPr/>
        </p:nvSpPr>
        <p:spPr>
          <a:xfrm>
            <a:off x="4857622" y="123649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sạch</a:t>
            </a: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B55FC81-F699-EC2B-9A86-BF0B356B6AAF}"/>
              </a:ext>
            </a:extLst>
          </p:cNvPr>
          <p:cNvSpPr/>
          <p:nvPr/>
        </p:nvSpPr>
        <p:spPr>
          <a:xfrm>
            <a:off x="4857622" y="1500284"/>
            <a:ext cx="3079165" cy="750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Loại 107 ảnh contrast &lt; 10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Chuẩn hóa nhãn Unicode NFC</a:t>
            </a:r>
            <a:endParaRPr lang="en-US" sz="12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1DD65085-C1E5-CAE9-9BB3-C56F915FE7B8}"/>
              </a:ext>
            </a:extLst>
          </p:cNvPr>
          <p:cNvSpPr/>
          <p:nvPr/>
        </p:nvSpPr>
        <p:spPr>
          <a:xfrm>
            <a:off x="4857622" y="287239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dữ liệu (110,639 mẫu)</a:t>
            </a:r>
            <a:endParaRPr lang="en-US" sz="1500" dirty="0"/>
          </a:p>
        </p:txBody>
      </p:sp>
      <p:graphicFrame>
        <p:nvGraphicFramePr>
          <p:cNvPr id="23" name="Table 0">
            <a:extLst>
              <a:ext uri="{FF2B5EF4-FFF2-40B4-BE49-F238E27FC236}">
                <a16:creationId xmlns:a16="http://schemas.microsoft.com/office/drawing/2014/main" id="{26656B70-7024-CA25-4178-7C2B8D8FB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783647"/>
              </p:ext>
            </p:extLst>
          </p:nvPr>
        </p:nvGraphicFramePr>
        <p:xfrm>
          <a:off x="4857622" y="3283877"/>
          <a:ext cx="365760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Tập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Mẫu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Table 0">
            <a:extLst>
              <a:ext uri="{FF2B5EF4-FFF2-40B4-BE49-F238E27FC236}">
                <a16:creationId xmlns:a16="http://schemas.microsoft.com/office/drawing/2014/main" id="{C79458E6-5EB3-752B-0B39-EDBE29761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716548"/>
              </p:ext>
            </p:extLst>
          </p:nvPr>
        </p:nvGraphicFramePr>
        <p:xfrm>
          <a:off x="325692" y="1142997"/>
          <a:ext cx="3917535" cy="3454686"/>
        </p:xfrm>
        <a:graphic>
          <a:graphicData uri="http://schemas.openxmlformats.org/drawingml/2006/table">
            <a:tbl>
              <a:tblPr/>
              <a:tblGrid>
                <a:gridCol w="2023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35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trị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cặp PNG + TXT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Ký tự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 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Độ dài TB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 ký tự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Ký tự hiếm (&lt;50 lần)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contrast thấp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(cần loại)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542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ToneSpatialGate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Channel Attention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solidFill>
            <a:srgbClr val="E8E8E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86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134ED1-DE8F-2BFC-E8E8-39366B999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3" y="1189450"/>
            <a:ext cx="4039897" cy="3291110"/>
          </a:xfrm>
          <a:prstGeom prst="rect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7BB3B5B5-354C-287D-8504-509AC60C8B11}"/>
              </a:ext>
            </a:extLst>
          </p:cNvPr>
          <p:cNvSpPr/>
          <p:nvPr/>
        </p:nvSpPr>
        <p:spPr>
          <a:xfrm>
            <a:off x="4708187" y="1189450"/>
            <a:ext cx="4114800" cy="15544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7811077A-8423-EF44-A2E8-50520EDA32F6}"/>
              </a:ext>
            </a:extLst>
          </p:cNvPr>
          <p:cNvSpPr/>
          <p:nvPr/>
        </p:nvSpPr>
        <p:spPr>
          <a:xfrm>
            <a:off x="4891067" y="128089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Attention: </a:t>
            </a:r>
            <a:r>
              <a:rPr lang="en-US" sz="1400" b="1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Chiều</a:t>
            </a: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>
              <a:lnSpc>
                <a:spcPct val="130000"/>
              </a:lnSpc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768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chiều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b="1" dirty="0">
              <a:solidFill>
                <a:srgbClr val="185FA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8B0DC3B-DFB9-5973-0EDA-20B412EF5AAB}"/>
              </a:ext>
            </a:extLst>
          </p:cNvPr>
          <p:cNvSpPr/>
          <p:nvPr/>
        </p:nvSpPr>
        <p:spPr>
          <a:xfrm>
            <a:off x="4693596" y="2926080"/>
            <a:ext cx="4114800" cy="15544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80FBA96-D005-2DF3-C4EC-3D561816EC59}"/>
              </a:ext>
            </a:extLst>
          </p:cNvPr>
          <p:cNvSpPr/>
          <p:nvPr/>
        </p:nvSpPr>
        <p:spPr>
          <a:xfrm>
            <a:off x="4876476" y="30175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Attention: </a:t>
            </a:r>
            <a:r>
              <a:rPr lang="en-US" sz="14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Mảnh</a:t>
            </a: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điểm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577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mảnh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ToneAwareLoss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8796" y="777240"/>
            <a:ext cx="8108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Loss cho dấu thanh tiếng Việt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CE thuần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Nhầm "ỏ" → "k"</a:t>
            </a:r>
            <a:endParaRPr lang="en-US" sz="1400" b="1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Nhầm "ỏ" → "ơ"</a:t>
            </a:r>
            <a:endParaRPr lang="en-US" sz="1400" b="1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 phạt BẰNG NHAU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ToneAwareLoss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1ED72B-A7FF-34B1-7FB0-A361D132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1" y="1600200"/>
            <a:ext cx="3931920" cy="27306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495005" y="256091"/>
            <a:ext cx="44066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Training - 1 Epoch</a:t>
            </a:r>
            <a:endParaRPr lang="en-US" sz="2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498148F-3B5C-D2CC-F455-243EA7AD7F22}"/>
              </a:ext>
            </a:extLst>
          </p:cNvPr>
          <p:cNvSpPr/>
          <p:nvPr/>
        </p:nvSpPr>
        <p:spPr>
          <a:xfrm>
            <a:off x="237356" y="990727"/>
            <a:ext cx="4442728" cy="121145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096FD15-B5C7-0BC9-C5F3-08979204CF7E}"/>
              </a:ext>
            </a:extLst>
          </p:cNvPr>
          <p:cNvSpPr/>
          <p:nvPr/>
        </p:nvSpPr>
        <p:spPr>
          <a:xfrm>
            <a:off x="260918" y="1227513"/>
            <a:ext cx="4419166" cy="1016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Tải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TrOCR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pretrained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(334M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params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từ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Hugging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DataLoader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64 ảnh/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augmentation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AE5E4F-C602-FED7-BF96-DDD002EE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883" y="990727"/>
            <a:ext cx="3731761" cy="3804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BA86A-1FD1-DFB5-5F06-0EC65FA11152}"/>
              </a:ext>
            </a:extLst>
          </p:cNvPr>
          <p:cNvSpPr txBox="1"/>
          <p:nvPr/>
        </p:nvSpPr>
        <p:spPr>
          <a:xfrm>
            <a:off x="4572000" y="1180953"/>
            <a:ext cx="76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2BA66-3A40-A4CE-5295-EBC76AC8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60B89C-E41A-1A81-68CD-657679C0DE4F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0CACF2-6B83-573D-D05C-A24DAC8A5976}"/>
              </a:ext>
            </a:extLst>
          </p:cNvPr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54081FC-DF0C-5D94-844E-99C38BB48B47}"/>
              </a:ext>
            </a:extLst>
          </p:cNvPr>
          <p:cNvSpPr/>
          <p:nvPr/>
        </p:nvSpPr>
        <p:spPr>
          <a:xfrm>
            <a:off x="495005" y="256091"/>
            <a:ext cx="44066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Training - 1 Epoch</a:t>
            </a:r>
            <a:endParaRPr lang="en-US" sz="2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F8DCDF9-8475-5D09-B1E3-F29CC52A51E0}"/>
              </a:ext>
            </a:extLst>
          </p:cNvPr>
          <p:cNvSpPr/>
          <p:nvPr/>
        </p:nvSpPr>
        <p:spPr>
          <a:xfrm>
            <a:off x="237356" y="2307045"/>
            <a:ext cx="4442728" cy="113719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B006C5-067D-866C-8719-68694363B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883" y="990727"/>
            <a:ext cx="3731761" cy="3804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1711FD-1099-2FAD-B5E2-129160E3CD85}"/>
              </a:ext>
            </a:extLst>
          </p:cNvPr>
          <p:cNvSpPr txBox="1"/>
          <p:nvPr/>
        </p:nvSpPr>
        <p:spPr>
          <a:xfrm>
            <a:off x="4572000" y="2423884"/>
            <a:ext cx="76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A15A0DA8-7C50-6FA4-EEC3-15A736C2656C}"/>
              </a:ext>
            </a:extLst>
          </p:cNvPr>
          <p:cNvSpPr/>
          <p:nvPr/>
        </p:nvSpPr>
        <p:spPr>
          <a:xfrm>
            <a:off x="344304" y="2546735"/>
            <a:ext cx="4069080" cy="897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encoder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hook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ToneSpatialGate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decoder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teacher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forcing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logits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vi-V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2027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59D52-93DA-7DFB-9E18-BEE31640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CC8FD-C877-08FA-E430-CAB269A77F63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80A752-0384-B76D-643A-681153DFA705}"/>
              </a:ext>
            </a:extLst>
          </p:cNvPr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0AE8C64-CE8E-5CCE-4219-EE52B7FD4853}"/>
              </a:ext>
            </a:extLst>
          </p:cNvPr>
          <p:cNvSpPr/>
          <p:nvPr/>
        </p:nvSpPr>
        <p:spPr>
          <a:xfrm>
            <a:off x="495005" y="256091"/>
            <a:ext cx="44066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Training - 1 Epoch</a:t>
            </a:r>
            <a:endParaRPr lang="en-US" sz="2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693AB89-3597-05D3-C88B-647A37D3DC16}"/>
              </a:ext>
            </a:extLst>
          </p:cNvPr>
          <p:cNvSpPr/>
          <p:nvPr/>
        </p:nvSpPr>
        <p:spPr>
          <a:xfrm>
            <a:off x="237356" y="3119120"/>
            <a:ext cx="4442728" cy="1672391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C7F01C-E0C9-2D44-FEA9-36B42138D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883" y="990727"/>
            <a:ext cx="3731761" cy="38045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B19D73-C85E-2A75-035A-331608141223}"/>
              </a:ext>
            </a:extLst>
          </p:cNvPr>
          <p:cNvSpPr txBox="1"/>
          <p:nvPr/>
        </p:nvSpPr>
        <p:spPr>
          <a:xfrm>
            <a:off x="4572000" y="3497451"/>
            <a:ext cx="76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28FC04-9FA3-D621-D7E0-F6CB3F449F1F}"/>
              </a:ext>
            </a:extLst>
          </p:cNvPr>
          <p:cNvSpPr/>
          <p:nvPr/>
        </p:nvSpPr>
        <p:spPr>
          <a:xfrm>
            <a:off x="349601" y="3201923"/>
            <a:ext cx="4110154" cy="1202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CE + 2.0 ×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tone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penalty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Backward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gradient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clip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AdamW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cập nhật, LR 2e-5,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warmup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500 bước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Lặp 1,384 </a:t>
            </a:r>
            <a:r>
              <a:rPr lang="vi-VN" sz="1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xong 1 </a:t>
            </a:r>
            <a:r>
              <a:rPr lang="vi-VN" sz="13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epoch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685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2361E-4EB6-A969-964F-CEFF5504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CA44FD-3911-E55B-6213-998FBDD818C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6B59AC1-7EA6-3987-0C17-32571B71ED37}"/>
              </a:ext>
            </a:extLst>
          </p:cNvPr>
          <p:cNvSpPr/>
          <p:nvPr/>
        </p:nvSpPr>
        <p:spPr>
          <a:xfrm>
            <a:off x="274320" y="228600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E58F394-C4CB-62F7-2D1C-66E79FD07A48}"/>
              </a:ext>
            </a:extLst>
          </p:cNvPr>
          <p:cNvSpPr/>
          <p:nvPr/>
        </p:nvSpPr>
        <p:spPr>
          <a:xfrm>
            <a:off x="495005" y="256091"/>
            <a:ext cx="44066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Training - 1 Epoch</a:t>
            </a:r>
            <a:endParaRPr lang="en-US" sz="2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F5AE2BB-1E8C-D3A3-DFB1-B40A324FAFFF}"/>
              </a:ext>
            </a:extLst>
          </p:cNvPr>
          <p:cNvSpPr/>
          <p:nvPr/>
        </p:nvSpPr>
        <p:spPr>
          <a:xfrm>
            <a:off x="4700961" y="2411105"/>
            <a:ext cx="4140931" cy="89089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000AA0F-3468-C53C-D357-EA75FA651483}"/>
              </a:ext>
            </a:extLst>
          </p:cNvPr>
          <p:cNvSpPr/>
          <p:nvPr/>
        </p:nvSpPr>
        <p:spPr>
          <a:xfrm>
            <a:off x="4716349" y="2487227"/>
            <a:ext cx="4110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vi-VN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Bước </a:t>
            </a:r>
            <a:r>
              <a:rPr lang="en-US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decoding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CER →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vi-VN" sz="13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patience</a:t>
            </a:r>
            <a:r>
              <a:rPr lang="vi-VN" sz="1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D2D2D9-8294-6717-6E97-7CB340977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455"/>
            <a:ext cx="3895929" cy="40997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DF9608-8BE5-C6BA-A023-27B37EB2F7D4}"/>
              </a:ext>
            </a:extLst>
          </p:cNvPr>
          <p:cNvSpPr txBox="1"/>
          <p:nvPr/>
        </p:nvSpPr>
        <p:spPr>
          <a:xfrm>
            <a:off x="4054605" y="2411105"/>
            <a:ext cx="76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←</a:t>
            </a:r>
          </a:p>
        </p:txBody>
      </p:sp>
    </p:spTree>
    <p:extLst>
      <p:ext uri="{BB962C8B-B14F-4D97-AF65-F5344CB8AC3E}">
        <p14:creationId xmlns:p14="http://schemas.microsoft.com/office/powerpoint/2010/main" val="20053631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quả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đánh</a:t>
            </a:r>
            <a:r>
              <a:rPr lang="en-US" sz="24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97664" y="193167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97664" y="193167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97664" y="275463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97664" y="315468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97664" y="31546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94.23%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297664" y="11384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7664" y="3560583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7664" y="354787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93C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97.29%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97664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Accuracy</a:t>
            </a:r>
            <a:endParaRPr lang="en-US" sz="14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72015B6A-523C-E9AE-F20A-0B2EE719B387}"/>
              </a:ext>
            </a:extLst>
          </p:cNvPr>
          <p:cNvSpPr/>
          <p:nvPr/>
        </p:nvSpPr>
        <p:spPr>
          <a:xfrm>
            <a:off x="1021649" y="2803821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Epoch 10 - Val CER = 2.51%</a:t>
            </a:r>
            <a:endParaRPr lang="en-US" sz="16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09032670-F912-4353-7A0E-4A4CCBA03E4F}"/>
              </a:ext>
            </a:extLst>
          </p:cNvPr>
          <p:cNvSpPr/>
          <p:nvPr/>
        </p:nvSpPr>
        <p:spPr>
          <a:xfrm>
            <a:off x="696300" y="3170089"/>
            <a:ext cx="13585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</a:t>
            </a: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E1E2D43-C926-D05E-9C8D-C86A8C707A97}"/>
              </a:ext>
            </a:extLst>
          </p:cNvPr>
          <p:cNvSpPr/>
          <p:nvPr/>
        </p:nvSpPr>
        <p:spPr>
          <a:xfrm>
            <a:off x="751811" y="3635078"/>
            <a:ext cx="45720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D7981945-2FE6-A1E5-B227-C3D292F438CC}"/>
              </a:ext>
            </a:extLst>
          </p:cNvPr>
          <p:cNvSpPr/>
          <p:nvPr/>
        </p:nvSpPr>
        <p:spPr>
          <a:xfrm>
            <a:off x="365760" y="914991"/>
            <a:ext cx="5639485" cy="19780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27A517-D10C-0707-0E95-CEC50DFDE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16" y="914991"/>
            <a:ext cx="5580380" cy="1978025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737967"/>
              </p:ext>
            </p:extLst>
          </p:nvPr>
        </p:nvGraphicFramePr>
        <p:xfrm>
          <a:off x="751810" y="3642867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1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97.82% / 97.77%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 / 16,350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15566" y="278892"/>
            <a:ext cx="4790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KẾT LUẬN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803400" y="1051560"/>
            <a:ext cx="5386227" cy="2826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Bài học rút ra: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3">
              <a:lnSpc>
                <a:spcPct val="12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Không cần xây model từ đầu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3">
              <a:lnSpc>
                <a:spcPct val="12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=&gt; Tận dụng pretrained + fine-tune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lvl="3">
              <a:lnSpc>
                <a:spcPct val="120000"/>
              </a:lnSpc>
            </a:pPr>
            <a:r>
              <a:rPr lang="en-US" sz="1800" dirty="0">
                <a:solidFill>
                  <a:schemeClr val="tx1"/>
                </a:solidFill>
                <a:latin typeface="+mj-lt"/>
                <a:ea typeface="Calibri" pitchFamily="34" charset="-122"/>
                <a:cs typeface="Calibri" pitchFamily="34" charset="-120"/>
              </a:rPr>
              <a:t>=&gt; V</a:t>
            </a:r>
            <a:r>
              <a:rPr lang="vi-VN" sz="1800" dirty="0" err="1">
                <a:latin typeface="+mj-lt"/>
              </a:rPr>
              <a:t>ừa</a:t>
            </a:r>
            <a:r>
              <a:rPr lang="vi-VN" sz="1800" dirty="0">
                <a:latin typeface="+mj-lt"/>
              </a:rPr>
              <a:t> nhanh hơn vừa cho kết quả thực tế hơn.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1347281" y="1507787"/>
            <a:ext cx="65272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0" dirty="0">
                <a:latin typeface="Georgia" panose="02040502050405020303" pitchFamily="18" charset="0"/>
                <a:cs typeface="Segoe UI" panose="020B0502040204020203" pitchFamily="34" charset="0"/>
              </a:rPr>
              <a:t>Thank you</a:t>
            </a:r>
            <a:endParaRPr lang="en-US" sz="8000" dirty="0">
              <a:solidFill>
                <a:schemeClr val="tx1"/>
              </a:solidFill>
              <a:latin typeface="Georgia" panose="02040502050405020303" pitchFamily="18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EAE8F3"/>
      </a:lt1>
      <a:dk2>
        <a:srgbClr val="191515"/>
      </a:dk2>
      <a:lt2>
        <a:srgbClr val="EAE8F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689</Words>
  <Application>Microsoft Office PowerPoint</Application>
  <PresentationFormat>On-screen Show (16:9)</PresentationFormat>
  <Paragraphs>167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Alata</vt:lpstr>
      <vt:lpstr>Calibri</vt:lpstr>
      <vt:lpstr>Arial</vt:lpstr>
      <vt:lpstr>Georgia</vt:lpstr>
      <vt:lpstr>Anton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Tô Quốc Thái</cp:lastModifiedBy>
  <cp:revision>1</cp:revision>
  <dcterms:modified xsi:type="dcterms:W3CDTF">2026-03-28T04:32:05Z</dcterms:modified>
</cp:coreProperties>
</file>